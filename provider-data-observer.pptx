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2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neze/data_observer" TargetMode="External"/><Relationship Id="rId2" Type="http://schemas.openxmlformats.org/officeDocument/2006/relationships/hyperlink" Target="https://dataobserver.vercel.app/dashboard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Data Observer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Tool for Resolving Data Discrepancies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Provider Enrollment &amp; RCM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1828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Team  |  February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087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37160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scenario your team faces every day: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Smith's termination date shows </a:t>
            </a: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6/15/2026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</a:t>
            </a:r>
            <a:r>
              <a:rPr lang="en-US" sz="13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radtracker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table, </a:t>
            </a: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7/1/2026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OneApp, and </a:t>
            </a: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7/31/2026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EOT forms. The PE expert knows the real answer is </a:t>
            </a: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7/31/2026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where does that knowledge go?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3108960"/>
            <a:ext cx="2496312" cy="1463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3108960"/>
            <a:ext cx="54864" cy="14630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3611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answer lives in someone's inbox or memory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3108960"/>
            <a:ext cx="2496312" cy="1463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10712" y="3108960"/>
            <a:ext cx="54864" cy="14630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39312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39312" y="3611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who verified what, when, or how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89904" y="3108960"/>
            <a:ext cx="2496312" cy="1463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089904" y="3108960"/>
            <a:ext cx="54864" cy="14630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18504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18504" y="3611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Discrepancies multiply across hundreds of providers and payers with no systematic resolution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unresolved discrepancy is a billing, enrollment, or credentialing risk.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31520" y="2337032"/>
            <a:ext cx="7680960" cy="2100285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81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annotation layer — not a system override. Team members document the verified correct answer with evidence. A reviewer approves it. The approved data becomes a reference table that joins onto production data at query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2558544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 sz="20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6682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558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Captured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05840" y="32443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and name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37929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date, effective date, status, etc.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98119" y="3792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phone call, submitter, etc.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40704" y="3223443"/>
            <a:ext cx="3474720" cy="41148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Text 12"/>
          <p:cNvSpPr/>
          <p:nvPr/>
        </p:nvSpPr>
        <p:spPr>
          <a:xfrm>
            <a:off x="4846320" y="3223443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Value:  </a:t>
            </a: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real answer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B23E2BE-493D-EAB1-967D-3B8326154803}"/>
              </a:ext>
            </a:extLst>
          </p:cNvPr>
          <p:cNvSpPr/>
          <p:nvPr/>
        </p:nvSpPr>
        <p:spPr>
          <a:xfrm>
            <a:off x="4847212" y="1063500"/>
            <a:ext cx="3931920" cy="196574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rgbClr val="1E3A5F"/>
                </a:solidFill>
              </a:rPr>
              <a:t>Backend Data Management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B8FC52-A602-32C8-0A76-442671BEBD95}"/>
              </a:ext>
            </a:extLst>
          </p:cNvPr>
          <p:cNvSpPr/>
          <p:nvPr/>
        </p:nvSpPr>
        <p:spPr>
          <a:xfrm>
            <a:off x="383700" y="1063500"/>
            <a:ext cx="3931920" cy="1965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rgbClr val="1E3A5F"/>
                </a:solidFill>
              </a:rPr>
              <a:t>Front-end Application</a:t>
            </a:r>
          </a:p>
        </p:txBody>
      </p:sp>
      <p:sp>
        <p:nvSpPr>
          <p:cNvPr id="2" name="Text 0"/>
          <p:cNvSpPr/>
          <p:nvPr/>
        </p:nvSpPr>
        <p:spPr>
          <a:xfrm>
            <a:off x="246888" y="141732"/>
            <a:ext cx="84080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Human in the Loop Correction Layer 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46712" y="144957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60" y="160501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3792" y="236397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43792" y="263829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3792" y="304977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documents the discrepancy with evidence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032" y="1650738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41272" y="144957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6720" y="1605018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38352" y="236397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2538352" y="263829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2538352" y="304977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approves or rejects with comments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396" y="1673353"/>
            <a:ext cx="320040" cy="3200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235832" y="144957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1280" y="1605018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32912" y="236397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>
              <a:solidFill>
                <a:srgbClr val="1E3A5F"/>
              </a:solidFill>
            </a:endParaRPr>
          </a:p>
        </p:txBody>
      </p:sp>
      <p:sp>
        <p:nvSpPr>
          <p:cNvPr id="18" name="Text 11"/>
          <p:cNvSpPr/>
          <p:nvPr/>
        </p:nvSpPr>
        <p:spPr>
          <a:xfrm>
            <a:off x="4732912" y="263829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4780404" y="306805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records documented  and made available for use in reference tables.</a:t>
            </a:r>
            <a:endParaRPr lang="en-US" sz="10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152" y="1650738"/>
            <a:ext cx="320040" cy="32004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430392" y="144957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5840" y="1605018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27472" y="236397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>
              <a:solidFill>
                <a:srgbClr val="1E3A5F"/>
              </a:solidFill>
            </a:endParaRPr>
          </a:p>
        </p:txBody>
      </p:sp>
      <p:sp>
        <p:nvSpPr>
          <p:cNvPr id="24" name="Text 15"/>
          <p:cNvSpPr/>
          <p:nvPr/>
        </p:nvSpPr>
        <p:spPr>
          <a:xfrm>
            <a:off x="6927472" y="263829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6927472" y="304977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queries join reference tables onto production data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337980" y="4101330"/>
            <a:ext cx="8441152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18"/>
          <p:cNvSpPr/>
          <p:nvPr/>
        </p:nvSpPr>
        <p:spPr>
          <a:xfrm>
            <a:off x="356268" y="410133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/>
          <p:nvPr/>
        </p:nvSpPr>
        <p:spPr>
          <a:xfrm>
            <a:off x="474921" y="4101330"/>
            <a:ext cx="83042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are never touched and production data is not adjusted.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produces reference tables — a human-verified annotation layer that can be joined onto production data. A new </a:t>
            </a: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category_source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 tells you where each value came from: the source system or a human-verified observation.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1" y="334571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18107" y="1234440"/>
            <a:ext cx="201168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18107" y="1234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29787" y="1234440"/>
            <a:ext cx="5896106" cy="7315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58387" y="12344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unresolved discrepancy is a potential billing error, enrollment gap, or credentialing failure. This makes resolution systematic.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8107" y="2148840"/>
            <a:ext cx="201168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8107" y="2148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29787" y="2148840"/>
            <a:ext cx="5896106" cy="7315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58387" y="21488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email chains and spreadsheet tracking. Submitting takes 30 seconds. Reviewing takes minutes, not meetings.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07" y="3063240"/>
            <a:ext cx="201168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8107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29786" y="3063240"/>
            <a:ext cx="5896105" cy="7315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58387" y="3063240"/>
            <a:ext cx="5667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has evidence — who found it, how they verified it, who approved it, when it was consumed. Routine check-ins will be held to review / approve the submissions.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07" y="3977640"/>
            <a:ext cx="201168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8107" y="3977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29787" y="3977640"/>
            <a:ext cx="5896106" cy="7315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58387" y="39776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we can quantify how much of our reporting relies on system data vs. human corrections.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Path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proves the workflow. Production means swapping infrastructure — not rebuilding logic.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35697"/>
            <a:ext cx="3657600" cy="5029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35697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(Dan’s Computer)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535697"/>
            <a:ext cx="36576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535697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at RP (Databricks)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30057"/>
            <a:ext cx="3657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13005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2130057"/>
            <a:ext cx="3657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13005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Lakebase / Delta Tables in Unity Catalog</a:t>
            </a:r>
            <a:endParaRPr lang="en-US" sz="11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221497"/>
            <a:ext cx="274320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1520" y="2632977"/>
            <a:ext cx="3657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63297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(test user)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54880" y="2632977"/>
            <a:ext cx="3657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37760" y="263297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SSO (Azure AD / Okta)</a:t>
            </a:r>
            <a:endParaRPr lang="en-US" sz="11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24417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31520" y="3135897"/>
            <a:ext cx="3657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914400" y="313589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 on Vercel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754880" y="3135897"/>
            <a:ext cx="3657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937760" y="313589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(Streamlit)</a:t>
            </a:r>
            <a:endParaRPr lang="en-US" sz="11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227337"/>
            <a:ext cx="274320" cy="274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31520" y="3638817"/>
            <a:ext cx="3657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914400" y="363881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754880" y="3638817"/>
            <a:ext cx="3657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937760" y="363881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permissions</a:t>
            </a:r>
            <a:endParaRPr lang="en-US" sz="11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730257"/>
            <a:ext cx="274320" cy="2743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31520" y="4141737"/>
            <a:ext cx="3657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914400" y="414173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in browser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754880" y="4141737"/>
            <a:ext cx="3657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4937760" y="414173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Volumes or cloud storage</a:t>
            </a:r>
            <a:endParaRPr lang="en-US" sz="115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4233177"/>
            <a:ext cx="274320" cy="27432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731520" y="4690377"/>
            <a:ext cx="7680960" cy="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731520" y="4096017"/>
            <a:ext cx="7680960" cy="68580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960120" y="4096017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the same: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schemas, workflow logic (pending → approved → applied), review audit trail, bulk tagging model, and the reference table join pattern. The core value translates 1:1. All documented on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working pilot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tool in action — submit an observation, review it, see it land in the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3055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0848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 highest-pain fields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450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discrepancies are costing the most time and risk today? Term dates? TINs? Enrollment status?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93522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8895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source systems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2552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systems does your team check daily? OneApp, RadTracker, EOT forms, payer portals — we configure those as dropdowns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39896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69417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Databricks build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995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up Delta reference tables and a Streamlit app — estimated 2-3 sprints with Analytics support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572000"/>
            <a:ext cx="1828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2 days  |  Total cost: $0  |  Ready to demo now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C0EA5C-0DD0-8E75-B65D-5D832B991529}"/>
              </a:ext>
            </a:extLst>
          </p:cNvPr>
          <p:cNvSpPr/>
          <p:nvPr/>
        </p:nvSpPr>
        <p:spPr>
          <a:xfrm>
            <a:off x="548641" y="334571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and Links</a:t>
            </a:r>
            <a:endParaRPr lang="en-US" sz="32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53E88C85-ADD0-0036-51F1-987909EF9E3A}"/>
              </a:ext>
            </a:extLst>
          </p:cNvPr>
          <p:cNvSpPr/>
          <p:nvPr/>
        </p:nvSpPr>
        <p:spPr>
          <a:xfrm>
            <a:off x="630864" y="1233376"/>
            <a:ext cx="7924801" cy="272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link – Provider Data Observer: </a:t>
            </a:r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https://dataobserver.vercel.app/dashboard</a:t>
            </a:r>
            <a:endParaRPr lang="en-US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&amp; documentation: </a:t>
            </a:r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https://github.com/rineze/data_observer</a:t>
            </a:r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endParaRPr lang="en-US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</a:t>
            </a:r>
            <a:r>
              <a:rPr lang="en-US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</a:t>
            </a:r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backend), </a:t>
            </a:r>
            <a:r>
              <a:rPr lang="en-US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Vercet</a:t>
            </a:r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(front-end), </a:t>
            </a:r>
            <a:r>
              <a:rPr lang="en-US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(documentation) </a:t>
            </a:r>
          </a:p>
          <a:p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115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723</Words>
  <Application>Microsoft Office PowerPoint</Application>
  <PresentationFormat>On-screen Show (16:9)</PresentationFormat>
  <Paragraphs>94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Provider Data Observer</dc:title>
  <dc:subject>PptxGenJS Presentation</dc:subject>
  <dc:creator>Dan — Analytics</dc:creator>
  <cp:lastModifiedBy>Daniel Riney</cp:lastModifiedBy>
  <cp:revision>3</cp:revision>
  <dcterms:created xsi:type="dcterms:W3CDTF">2026-02-08T02:56:36Z</dcterms:created>
  <dcterms:modified xsi:type="dcterms:W3CDTF">2026-02-08T19:39:16Z</dcterms:modified>
</cp:coreProperties>
</file>